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502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AeroJet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21945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 Search &amp; Booking Engine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32918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single-page React application for seamless airline ticket booking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44805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FEDF (25CS1201E)  |  Term-III, 2025-26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Godavarthi Venkata Madhav (2520030568)  &amp;  Kondaveeti Sayee Vansika (2520090239)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6949440" cy="3931920"/>
          </a:xfrm>
          <a:prstGeom prst="roundRect">
            <a:avLst>
              <a:gd name="adj" fmla="val 186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45920"/>
            <a:ext cx="6400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AeroJet is a single-page React application that lets users search flights by source, destination, date and passengers, compare results, select seats, complete bookings, and view their booking history — all within an interactive, responsive UI.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863840" y="137160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2712" y="149047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49640" y="1371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Search &amp; Filters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863840" y="22402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712" y="235915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49640" y="22402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Selection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863840" y="310896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712" y="322783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49640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History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7863840" y="39776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12" y="4096512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549640" y="39776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Protected Routes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459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755648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240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Architecture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58775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reusable React components for Search, Results, and Booking flows.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80560" y="14173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09160" y="16459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75564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2240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JS &amp; State Mgmt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709160" y="258775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ES6+, hooks (useState/useEffect), Context API for predictable UI behavior.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321040" y="14173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549640" y="16459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1755648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49640" y="2240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Protection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549640" y="258775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DOM with protected routes, form validation, accessibility.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33832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68680" y="36118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3721608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68680" y="4206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Async Data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68680" y="45537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integration, state lifting, async/await for real-time workflows.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480560" y="33832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709160" y="36118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3721608"/>
            <a:ext cx="283464" cy="28346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09160" y="4206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4709160" y="45537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 &amp; memoization for responsiveness at scale.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321040" y="33832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549640" y="36118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9368" y="3721608"/>
            <a:ext cx="283464" cy="28346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549640" y="4206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8549640" y="45537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build pipeline, deployed via Vercel / Netlify, tested with Jest &amp; RTL.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Module Mapping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486400" cy="3931920"/>
          </a:xfrm>
          <a:prstGeom prst="roundRect">
            <a:avLst>
              <a:gd name="adj" fmla="val 186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Godavarthi Venkata Madhav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2520030568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 &amp; Component Development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Flight Search, Results, Booking forms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Routing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Login/Signup, protected routes, navigation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with Tailwind CSS / CSS Modules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371600"/>
            <a:ext cx="5486400" cy="3931920"/>
          </a:xfrm>
          <a:prstGeom prst="roundRect">
            <a:avLst>
              <a:gd name="adj" fmla="val 186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Kondaveeti Sayee Vansika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1965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2520090239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0" y="237744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Search &amp; API Integration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flight data, filters, async handling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&amp; State Management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selection, booking logic, cancel/reschedule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 (shared with Member 1)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Journey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74420" y="219456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40030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154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35204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source, destination, dates &amp; passengers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331720" y="2606040"/>
            <a:ext cx="2286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994660" y="219456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4003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60320" y="3154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560320" y="35204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compare available flights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251960" y="2606040"/>
            <a:ext cx="2286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914900" y="219456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40030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80560" y="3154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Seat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480560" y="35204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preferred seat on interactive map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172200" y="2606040"/>
            <a:ext cx="2286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835140" y="219456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240030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00800" y="3154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400800" y="35204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traveler info &amp; payment method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8092440" y="2606040"/>
            <a:ext cx="2286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755380" y="219456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2400300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321040" y="3154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8321040" y="35204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confirmation &amp; e-ticket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10012680" y="2606040"/>
            <a:ext cx="2286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10675620" y="219456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0" y="2400300"/>
            <a:ext cx="411480" cy="4114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241280" y="3154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10241280" y="35204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manage past bookings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&amp; Search Page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6949440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916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Fly Premium.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Smarter.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over 100+ daily routes across India with premier airlines. Enjoy premium seat choices and responsive modern planning.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3657600"/>
            <a:ext cx="64008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3840480"/>
            <a:ext cx="1325880" cy="365760"/>
          </a:xfrm>
          <a:prstGeom prst="roundRect">
            <a:avLst>
              <a:gd name="adj" fmla="val 125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840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3840480"/>
            <a:ext cx="1325880" cy="365760"/>
          </a:xfrm>
          <a:prstGeom prst="roundRect">
            <a:avLst>
              <a:gd name="adj" fmla="val 125000"/>
            </a:avLst>
          </a:prstGeom>
          <a:solidFill>
            <a:srgbClr val="EDEFF7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3840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Trip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0" y="3840480"/>
            <a:ext cx="1325880" cy="365760"/>
          </a:xfrm>
          <a:prstGeom prst="roundRect">
            <a:avLst>
              <a:gd name="adj" fmla="val 125000"/>
            </a:avLst>
          </a:prstGeom>
          <a:solidFill>
            <a:srgbClr val="EDEFF7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3840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97280" y="43434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343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06040" y="43434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2606040" y="4343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0" y="43434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0" y="4343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23560" y="43434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5623560" y="4343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863840" y="137160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2712" y="1490472"/>
            <a:ext cx="310896" cy="31089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549640" y="1371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&amp; Language Selectors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(INR/USD/EUR, EN/HI/ES/FR)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863840" y="22402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712" y="2359152"/>
            <a:ext cx="310896" cy="31089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549640" y="22402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Dark Theme Toggle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7863840" y="310896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712" y="3227832"/>
            <a:ext cx="310896" cy="31089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549640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Searches section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quick re-booking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7863840" y="39776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12" y="4096512"/>
            <a:ext cx="310896" cy="31089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549640" y="39776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Destinations grid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curated routes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 Results &amp; Seat Selection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486400" cy="3931920"/>
          </a:xfrm>
          <a:prstGeom prst="roundRect">
            <a:avLst>
              <a:gd name="adj" fmla="val 186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002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Results List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914400" y="2148840"/>
            <a:ext cx="49377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04872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AeroJet 100 • Direct • 2h 10m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55448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 → 08:10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206240" y="214884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₹4500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914400" y="3154680"/>
            <a:ext cx="49377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410712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246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AeroJet 101 • Direct • 2h 15m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554480" y="3611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 → 08:15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206240" y="315468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₹5100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914400" y="4160520"/>
            <a:ext cx="49377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416552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AeroJet 102 • Direct • 2h 20m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554480" y="4617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 → 08:20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206240" y="416052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₹5700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309360" y="1371600"/>
            <a:ext cx="5486400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60020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08660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Boarding Seat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6858000" y="22860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25" name="Shape 18"/>
          <p:cNvSpPr/>
          <p:nvPr/>
        </p:nvSpPr>
        <p:spPr>
          <a:xfrm>
            <a:off x="7452360" y="22860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26" name="Shape 19"/>
          <p:cNvSpPr/>
          <p:nvPr/>
        </p:nvSpPr>
        <p:spPr>
          <a:xfrm>
            <a:off x="8321040" y="22860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4A5694"/>
          </a:solidFill>
          <a:ln/>
        </p:spPr>
      </p:sp>
      <p:sp>
        <p:nvSpPr>
          <p:cNvPr id="27" name="Shape 20"/>
          <p:cNvSpPr/>
          <p:nvPr/>
        </p:nvSpPr>
        <p:spPr>
          <a:xfrm>
            <a:off x="8915400" y="22860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28" name="Shape 21"/>
          <p:cNvSpPr/>
          <p:nvPr/>
        </p:nvSpPr>
        <p:spPr>
          <a:xfrm>
            <a:off x="6858000" y="28803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29" name="Shape 22"/>
          <p:cNvSpPr/>
          <p:nvPr/>
        </p:nvSpPr>
        <p:spPr>
          <a:xfrm>
            <a:off x="7452360" y="28803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4A5694"/>
          </a:solidFill>
          <a:ln/>
        </p:spPr>
      </p:sp>
      <p:sp>
        <p:nvSpPr>
          <p:cNvPr id="30" name="Shape 23"/>
          <p:cNvSpPr/>
          <p:nvPr/>
        </p:nvSpPr>
        <p:spPr>
          <a:xfrm>
            <a:off x="8321040" y="28803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31" name="Shape 24"/>
          <p:cNvSpPr/>
          <p:nvPr/>
        </p:nvSpPr>
        <p:spPr>
          <a:xfrm>
            <a:off x="8915400" y="28803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32" name="Shape 25"/>
          <p:cNvSpPr/>
          <p:nvPr/>
        </p:nvSpPr>
        <p:spPr>
          <a:xfrm>
            <a:off x="6858000" y="34747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33" name="Shape 26"/>
          <p:cNvSpPr/>
          <p:nvPr/>
        </p:nvSpPr>
        <p:spPr>
          <a:xfrm>
            <a:off x="7452360" y="34747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4A5694"/>
          </a:solidFill>
          <a:ln/>
        </p:spPr>
      </p:sp>
      <p:sp>
        <p:nvSpPr>
          <p:cNvPr id="34" name="Shape 27"/>
          <p:cNvSpPr/>
          <p:nvPr/>
        </p:nvSpPr>
        <p:spPr>
          <a:xfrm>
            <a:off x="8321040" y="34747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35" name="Shape 28"/>
          <p:cNvSpPr/>
          <p:nvPr/>
        </p:nvSpPr>
        <p:spPr>
          <a:xfrm>
            <a:off x="8915400" y="34747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36" name="Shape 29"/>
          <p:cNvSpPr/>
          <p:nvPr/>
        </p:nvSpPr>
        <p:spPr>
          <a:xfrm>
            <a:off x="6858000" y="40690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37" name="Shape 30"/>
          <p:cNvSpPr/>
          <p:nvPr/>
        </p:nvSpPr>
        <p:spPr>
          <a:xfrm>
            <a:off x="7452360" y="40690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4A5694"/>
          </a:solidFill>
          <a:ln/>
        </p:spPr>
      </p:sp>
      <p:sp>
        <p:nvSpPr>
          <p:cNvPr id="38" name="Shape 31"/>
          <p:cNvSpPr/>
          <p:nvPr/>
        </p:nvSpPr>
        <p:spPr>
          <a:xfrm>
            <a:off x="8321040" y="40690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39" name="Shape 32"/>
          <p:cNvSpPr/>
          <p:nvPr/>
        </p:nvSpPr>
        <p:spPr>
          <a:xfrm>
            <a:off x="8915400" y="40690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40" name="Text 33"/>
          <p:cNvSpPr/>
          <p:nvPr/>
        </p:nvSpPr>
        <p:spPr>
          <a:xfrm>
            <a:off x="6583680" y="47091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seats highlighted; occupied seats shown muted. Selecting a seat updates the booking total in real time.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&amp; Payment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486400" cy="3931920"/>
          </a:xfrm>
          <a:prstGeom prst="roundRect">
            <a:avLst>
              <a:gd name="adj" fmla="val 186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002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 Information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2240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606040" y="2240280"/>
            <a:ext cx="32461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06040" y="2788920"/>
            <a:ext cx="32461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337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06040" y="3337560"/>
            <a:ext cx="32461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886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/ ID Number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606040" y="3886200"/>
            <a:ext cx="32461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4434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Requests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606040" y="4434840"/>
            <a:ext cx="32461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6309360" y="1371600"/>
            <a:ext cx="5486400" cy="3931920"/>
          </a:xfrm>
          <a:prstGeom prst="roundRect">
            <a:avLst>
              <a:gd name="adj" fmla="val 186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0020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08660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583680" y="2286000"/>
            <a:ext cx="49377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20" name="Text 16"/>
          <p:cNvSpPr/>
          <p:nvPr/>
        </p:nvSpPr>
        <p:spPr>
          <a:xfrm>
            <a:off x="6812280" y="228600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/ Debit Card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583680" y="3063240"/>
            <a:ext cx="49377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22" name="Text 18"/>
          <p:cNvSpPr/>
          <p:nvPr/>
        </p:nvSpPr>
        <p:spPr>
          <a:xfrm>
            <a:off x="6812280" y="30632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583680" y="3840480"/>
            <a:ext cx="49377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24" name="Text 20"/>
          <p:cNvSpPr/>
          <p:nvPr/>
        </p:nvSpPr>
        <p:spPr>
          <a:xfrm>
            <a:off x="6812280" y="384048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Banking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583680" y="4617720"/>
            <a:ext cx="49377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26" name="Text 22"/>
          <p:cNvSpPr/>
          <p:nvPr/>
        </p:nvSpPr>
        <p:spPr>
          <a:xfrm>
            <a:off x="6812280" y="46177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Confirmation &amp; Booking History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486400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17373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6517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Confirmed!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97280" y="32918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E-ticket generated with PNR, flight details, seat number and traveler info — ready to download or share.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309360" y="1371600"/>
            <a:ext cx="5486400" cy="3931920"/>
          </a:xfrm>
          <a:prstGeom prst="roundRect">
            <a:avLst>
              <a:gd name="adj" fmla="val 186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002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8660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History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583680" y="2286000"/>
            <a:ext cx="49377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532888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2376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AeroJet 200 • Confirmed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7223760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PNR: AJ1000X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583680" y="3246120"/>
            <a:ext cx="49377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493008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223760" y="3337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AeroJet 201 • Confirmed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7223760" y="3657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PNR: AJ1017X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583680" y="4206240"/>
            <a:ext cx="49377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4453128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223760" y="4297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AeroJet 202 • Confirmed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7223760" y="4617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PNR: AJ1034X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2A357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20440" y="14630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2A3570"/>
          </a:solidFill>
          <a:ln/>
        </p:spPr>
      </p:sp>
      <p:sp>
        <p:nvSpPr>
          <p:cNvPr id="6" name="Text 4"/>
          <p:cNvSpPr/>
          <p:nvPr/>
        </p:nvSpPr>
        <p:spPr>
          <a:xfrm>
            <a:off x="3520440" y="1463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(ES6+)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4630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2A357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463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281160" y="14630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2A3570"/>
          </a:solidFill>
          <a:ln/>
        </p:spPr>
      </p:sp>
      <p:sp>
        <p:nvSpPr>
          <p:cNvPr id="10" name="Text 8"/>
          <p:cNvSpPr/>
          <p:nvPr/>
        </p:nvSpPr>
        <p:spPr>
          <a:xfrm>
            <a:off x="9281160" y="1463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2A357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06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20440" y="26060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2A3570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2606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0" y="26060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2A357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606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281160" y="26060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2A3570"/>
          </a:solidFill>
          <a:ln/>
        </p:spPr>
      </p:sp>
      <p:sp>
        <p:nvSpPr>
          <p:cNvPr id="18" name="Text 16"/>
          <p:cNvSpPr/>
          <p:nvPr/>
        </p:nvSpPr>
        <p:spPr>
          <a:xfrm>
            <a:off x="9281160" y="2606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37490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2A357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49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20440" y="37490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2A3570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3749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/ Netlify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0" y="37490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2A357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749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&amp; RTL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281160" y="37490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2A3570"/>
          </a:solidFill>
          <a:ln/>
        </p:spPr>
      </p:sp>
      <p:sp>
        <p:nvSpPr>
          <p:cNvPr id="26" name="Text 24"/>
          <p:cNvSpPr/>
          <p:nvPr/>
        </p:nvSpPr>
        <p:spPr>
          <a:xfrm>
            <a:off x="9281160" y="3749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459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755648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240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Price Alerts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58775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for fare drops on saved routes.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80560" y="14173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09160" y="16459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75564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2240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Security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709160" y="258775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login, 2FA, and encrypted payment handling.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321040" y="14173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549640" y="16459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1755648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49640" y="2240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549640" y="258775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view of booking trends and revenue insights.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33832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68680" y="36118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3721608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68680" y="4206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/ Mobile App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68680" y="45537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support and installable mobile experience.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480560" y="33832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709160" y="36118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3721608"/>
            <a:ext cx="283464" cy="28346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09160" y="4206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Expansion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4709160" y="45537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localization beyond EN/HI/ES/FR.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321040" y="33832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549640" y="36118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9368" y="3721608"/>
            <a:ext cx="283464" cy="28346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549640" y="4206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&amp; Rewards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8549640" y="45537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system integrated with booking history.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18872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743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3657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AeroJet — Fly Premium. Search Smarter.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AeroJet - Flight Search &amp; Booking Engine</dc:title>
  <dc:subject>PptxGenJS Presentation</dc:subject>
  <dc:creator>Godavarthi Venkata Madhav, Kondaveeti Sayee Vansika</dc:creator>
  <cp:lastModifiedBy>Godavarthi Venkata Madhav, Kondaveeti Sayee Vansika</cp:lastModifiedBy>
  <cp:revision>1</cp:revision>
  <dcterms:created xsi:type="dcterms:W3CDTF">2026-06-12T04:47:59Z</dcterms:created>
  <dcterms:modified xsi:type="dcterms:W3CDTF">2026-06-12T04:47:59Z</dcterms:modified>
</cp:coreProperties>
</file>